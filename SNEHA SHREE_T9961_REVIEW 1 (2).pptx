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6" r:id="rId6"/>
    <p:sldId id="2147470497" r:id="rId7"/>
    <p:sldId id="2147470498" r:id="rId8"/>
    <p:sldId id="214747049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82" autoAdjust="0"/>
    <p:restoredTop sz="94660"/>
  </p:normalViewPr>
  <p:slideViewPr>
    <p:cSldViewPr snapToGrid="0">
      <p:cViewPr varScale="1">
        <p:scale>
          <a:sx n="45" d="100"/>
          <a:sy n="45" d="100"/>
        </p:scale>
        <p:origin x="24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19182" y="1574427"/>
            <a:ext cx="11582564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AI Agent for Health Insurance Claim Assistance</a:t>
            </a:r>
          </a:p>
          <a:p>
            <a:pPr lvl="0" algn="ctr">
              <a:defRPr/>
            </a:pPr>
            <a:endParaRPr lang="en-IN" sz="36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36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3200" dirty="0">
                <a:solidFill>
                  <a:schemeClr val="bg1"/>
                </a:solidFill>
                <a:latin typeface="Frutiger 45 bold"/>
                <a:cs typeface="Calibri" panose="020F0502020204030204" pitchFamily="34" charset="0"/>
              </a:rPr>
              <a:t>SNEHA SHREE S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 algn="just"/>
            <a:r>
              <a:rPr lang="en-IN" sz="2400" b="0" dirty="0"/>
              <a:t>AI Agent for Health Insurance Claim Assistance is an AI-powered healthcare insurance platform designed to simplify the insurance claim process. The system helps users understand policies, check claim eligibility, verify documents, identify potential fraud, track claims, and receive AI-based assistance throughout the claim journey.</a:t>
            </a:r>
            <a:endParaRPr lang="en-IN" sz="24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b="0" dirty="0"/>
              <a:t>Automate health insurance claim assistance </a:t>
            </a:r>
          </a:p>
          <a:p>
            <a:pPr lvl="0"/>
            <a:r>
              <a:rPr lang="en-IN" sz="2400" b="0" dirty="0"/>
              <a:t>Check policy and treatment eligibility </a:t>
            </a:r>
          </a:p>
          <a:p>
            <a:pPr lvl="0"/>
            <a:r>
              <a:rPr lang="en-IN" sz="2400" b="0" dirty="0"/>
              <a:t>Verify submitted documents </a:t>
            </a:r>
          </a:p>
          <a:p>
            <a:pPr lvl="0"/>
            <a:r>
              <a:rPr lang="en-IN" sz="2400" b="0" dirty="0"/>
              <a:t>Assist users in preparing claims </a:t>
            </a:r>
          </a:p>
          <a:p>
            <a:pPr lvl="0"/>
            <a:r>
              <a:rPr lang="en-IN" sz="2400" b="0" dirty="0"/>
              <a:t>Track claim status </a:t>
            </a:r>
          </a:p>
          <a:p>
            <a:pPr lvl="0"/>
            <a:r>
              <a:rPr lang="en-IN" sz="2400" b="0" dirty="0"/>
              <a:t>Detect potential fraudulent claims </a:t>
            </a:r>
          </a:p>
          <a:p>
            <a:pPr lvl="0"/>
            <a:r>
              <a:rPr lang="en-IN" sz="2400" b="0" dirty="0"/>
              <a:t>Provide AI-powered insurance guidance </a:t>
            </a:r>
          </a:p>
          <a:p>
            <a:pPr lvl="0"/>
            <a:r>
              <a:rPr lang="en-IN" sz="2400" b="0" dirty="0"/>
              <a:t>Recommend suitable healthcare providers </a:t>
            </a:r>
          </a:p>
          <a:p>
            <a:pPr lvl="0"/>
            <a:r>
              <a:rPr lang="en-IN" sz="2400" b="0" dirty="0"/>
              <a:t>Reduce manual processing and errors</a:t>
            </a:r>
          </a:p>
          <a:p>
            <a:pPr lvl="0"/>
            <a:endParaRPr lang="en-IN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New health insurance claims </a:t>
            </a:r>
          </a:p>
          <a:p>
            <a:pPr lvl="0"/>
            <a:r>
              <a:rPr lang="en-IN" dirty="0"/>
              <a:t>Claim eligibility checking </a:t>
            </a:r>
          </a:p>
          <a:p>
            <a:pPr lvl="0"/>
            <a:r>
              <a:rPr lang="en-IN" dirty="0"/>
              <a:t>Document verification </a:t>
            </a:r>
          </a:p>
          <a:p>
            <a:pPr lvl="0"/>
            <a:r>
              <a:rPr lang="en-IN" dirty="0"/>
              <a:t>Claim status tracking </a:t>
            </a:r>
          </a:p>
          <a:p>
            <a:pPr lvl="0"/>
            <a:r>
              <a:rPr lang="en-IN" dirty="0"/>
              <a:t>Insurance policy assistance </a:t>
            </a:r>
          </a:p>
          <a:p>
            <a:pPr lvl="0"/>
            <a:r>
              <a:rPr lang="en-IN" dirty="0"/>
              <a:t>Hospital/provider recommendations</a:t>
            </a:r>
          </a:p>
          <a:p>
            <a:pPr lvl="0"/>
            <a:r>
              <a:rPr lang="en-IN" dirty="0"/>
              <a:t>Treatment-related insurance guidance </a:t>
            </a:r>
          </a:p>
          <a:p>
            <a:pPr lvl="0"/>
            <a:r>
              <a:rPr lang="en-IN" dirty="0"/>
              <a:t>Fraud-risk analysis </a:t>
            </a:r>
          </a:p>
          <a:p>
            <a:pPr lvl="0"/>
            <a:r>
              <a:rPr lang="en-IN" dirty="0"/>
              <a:t>AI chatbot assistance</a:t>
            </a:r>
          </a:p>
          <a:p>
            <a:pPr lvl="0"/>
            <a:endParaRPr lang="en-IN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r>
              <a:rPr lang="en-IN" b="0" dirty="0"/>
              <a:t>Health Insurance provides an integrated AI-based platform for insurance claim assistance.</a:t>
            </a:r>
          </a:p>
          <a:p>
            <a:r>
              <a:rPr lang="en-IN" b="0" dirty="0"/>
              <a:t>Main workflow:</a:t>
            </a:r>
          </a:p>
          <a:p>
            <a:r>
              <a:rPr lang="en-IN" b="0" dirty="0"/>
              <a:t>User → Claim Submission → Eligibility Check → Document Verification → Fraud Analysis → Claim Processing → Status Tracking</a:t>
            </a:r>
          </a:p>
          <a:p>
            <a:r>
              <a:rPr lang="en-IN" b="0" dirty="0"/>
              <a:t>The AI assistant can also answer insurance-related questions using information retrieved from the system's knowledge base.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dirty="0"/>
              <a:t>Proposed System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4636" y="1484029"/>
            <a:ext cx="10851426" cy="4182216"/>
          </a:xfrm>
        </p:spPr>
        <p:txBody>
          <a:bodyPr/>
          <a:lstStyle/>
          <a:p>
            <a:pPr lvl="0"/>
            <a:r>
              <a:rPr lang="en-IN" b="0" dirty="0"/>
              <a:t>Insurance policy documents </a:t>
            </a:r>
          </a:p>
          <a:p>
            <a:pPr lvl="0"/>
            <a:r>
              <a:rPr lang="en-IN" b="0" dirty="0"/>
              <a:t>Claim guidelines </a:t>
            </a:r>
          </a:p>
          <a:p>
            <a:pPr lvl="0"/>
            <a:r>
              <a:rPr lang="en-IN" b="0" dirty="0"/>
              <a:t>Policy terms and conditions </a:t>
            </a:r>
          </a:p>
          <a:p>
            <a:pPr lvl="0"/>
            <a:r>
              <a:rPr lang="en-IN" b="0" dirty="0"/>
              <a:t>Treatment information </a:t>
            </a:r>
          </a:p>
          <a:p>
            <a:pPr lvl="0"/>
            <a:r>
              <a:rPr lang="en-IN" b="0" dirty="0"/>
              <a:t>Hospital information </a:t>
            </a:r>
          </a:p>
          <a:p>
            <a:pPr lvl="0"/>
            <a:r>
              <a:rPr lang="en-IN" b="0" dirty="0"/>
              <a:t>Document requirements </a:t>
            </a:r>
          </a:p>
          <a:p>
            <a:pPr lvl="0"/>
            <a:r>
              <a:rPr lang="en-IN" b="0" dirty="0"/>
              <a:t>Frequently asked questions </a:t>
            </a:r>
          </a:p>
          <a:p>
            <a:pPr lvl="0"/>
            <a:r>
              <a:rPr lang="en-IN" b="0" dirty="0"/>
              <a:t>Insurance provider information</a:t>
            </a:r>
          </a:p>
          <a:p>
            <a:pPr lvl="0"/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dirty="0"/>
              <a:t>Knowledge Base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0B036-A7D1-1184-4004-FCB069F00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/>
              <a:t>Methodology</a:t>
            </a:r>
            <a:endParaRPr lang="en-IN" sz="3600" b="1" dirty="0">
              <a:latin typeface="+mn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BBCF36-2FEE-0F36-AA8E-8054DDEAE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 1:</a:t>
            </a:r>
            <a:r>
              <a:rPr lang="en-IN" dirty="0"/>
              <a:t> User enters claim details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Step 2:</a:t>
            </a:r>
            <a:r>
              <a:rPr lang="en-IN" dirty="0"/>
              <a:t> System generates/records claim information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Step 3:</a:t>
            </a:r>
            <a:r>
              <a:rPr lang="en-IN" dirty="0"/>
              <a:t> Eligibility is checked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Step 4:</a:t>
            </a:r>
            <a:r>
              <a:rPr lang="en-IN" dirty="0"/>
              <a:t> Documents are verified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Step 5:</a:t>
            </a:r>
            <a:r>
              <a:rPr lang="en-IN" dirty="0"/>
              <a:t> ML model performs fraud-risk analysis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Step 6:</a:t>
            </a:r>
            <a:r>
              <a:rPr lang="en-IN" dirty="0"/>
              <a:t> Claim is processed</a:t>
            </a:r>
          </a:p>
        </p:txBody>
      </p:sp>
    </p:spTree>
    <p:extLst>
      <p:ext uri="{BB962C8B-B14F-4D97-AF65-F5344CB8AC3E}">
        <p14:creationId xmlns:p14="http://schemas.microsoft.com/office/powerpoint/2010/main" val="3969605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r>
              <a:rPr lang="en-IN" sz="2400" b="0" dirty="0"/>
              <a:t>Claim Processing</a:t>
            </a:r>
          </a:p>
          <a:p>
            <a:pPr lvl="0"/>
            <a:r>
              <a:rPr lang="en-IN" sz="2400" b="0" dirty="0"/>
              <a:t>Claim submission success rate </a:t>
            </a:r>
          </a:p>
          <a:p>
            <a:pPr lvl="0"/>
            <a:r>
              <a:rPr lang="en-IN" sz="2400" b="0" dirty="0"/>
              <a:t>Processing time </a:t>
            </a:r>
          </a:p>
          <a:p>
            <a:pPr lvl="0"/>
            <a:r>
              <a:rPr lang="en-IN" sz="2400" b="0" dirty="0"/>
              <a:t>Status tracking accuracy </a:t>
            </a:r>
          </a:p>
          <a:p>
            <a:r>
              <a:rPr lang="en-IN" sz="2400" b="0" dirty="0"/>
              <a:t>Eligibility</a:t>
            </a:r>
          </a:p>
          <a:p>
            <a:pPr lvl="0"/>
            <a:r>
              <a:rPr lang="en-IN" sz="2400" b="0" dirty="0"/>
              <a:t>Eligibility prediction accuracy </a:t>
            </a:r>
          </a:p>
          <a:p>
            <a:pPr lvl="0"/>
            <a:r>
              <a:rPr lang="en-IN" sz="2400" b="0" dirty="0"/>
              <a:t>Correct/incorrect classification </a:t>
            </a:r>
          </a:p>
          <a:p>
            <a:r>
              <a:rPr lang="en-IN" sz="2400" b="0" dirty="0"/>
              <a:t>Document Verification</a:t>
            </a:r>
          </a:p>
          <a:p>
            <a:pPr lvl="0"/>
            <a:r>
              <a:rPr lang="en-IN" sz="2400" b="0" dirty="0"/>
              <a:t>Valid document detection </a:t>
            </a:r>
          </a:p>
          <a:p>
            <a:pPr lvl="0"/>
            <a:r>
              <a:rPr lang="en-IN" sz="2400" b="0" dirty="0"/>
              <a:t>Missing document detection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405897" y="473606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dirty="0"/>
              <a:t>Results &amp; Evaluation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348</Words>
  <Application>Microsoft Office PowerPoint</Application>
  <PresentationFormat>Widescreen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Methodology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Sneha shree S</cp:lastModifiedBy>
  <cp:revision>14</cp:revision>
  <dcterms:created xsi:type="dcterms:W3CDTF">2024-05-13T10:33:11Z</dcterms:created>
  <dcterms:modified xsi:type="dcterms:W3CDTF">2026-10-08T02:52:13Z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